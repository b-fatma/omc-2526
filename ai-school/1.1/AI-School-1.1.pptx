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JetBrains Mono" charset="1" panose="02010509020102050004"/>
      <p:regular r:id="rId15"/>
    </p:embeddedFont>
    <p:embeddedFont>
      <p:font typeface="Kaushan Script" charset="1" panose="03060602040705080205"/>
      <p:regular r:id="rId16"/>
    </p:embeddedFont>
    <p:embeddedFont>
      <p:font typeface="JetBrains Mono Bold" charset="1" panose="0201080903010205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3.png" Type="http://schemas.openxmlformats.org/officeDocument/2006/relationships/image"/><Relationship Id="rId12" Target="../media/image4.sv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realpython.com/installing-python/" TargetMode="External" Type="http://schemas.openxmlformats.org/officeDocument/2006/relationships/hyperlink"/><Relationship Id="rId5" Target="https://code.visualstudio.com/docs/setup/setup-overview" TargetMode="External" Type="http://schemas.openxmlformats.org/officeDocument/2006/relationships/hyperlink"/><Relationship Id="rId6" Target="https://code.visualstudio.com/docs/datascience/jupyter-notebooks" TargetMode="External" Type="http://schemas.openxmlformats.org/officeDocument/2006/relationships/hyperlink"/><Relationship Id="rId7" Target="https://colab.research.google.com" TargetMode="External" Type="http://schemas.openxmlformats.org/officeDocument/2006/relationships/hyperlink"/><Relationship Id="rId8" Target="https://www.kaggle.com/code" TargetMode="External" Type="http://schemas.openxmlformats.org/officeDocument/2006/relationships/hyperlink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170744" y="375272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16027" y="1462767"/>
            <a:ext cx="13771673" cy="6201585"/>
            <a:chOff x="0" y="0"/>
            <a:chExt cx="3627107" cy="163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27107" cy="1633339"/>
            </a:xfrm>
            <a:custGeom>
              <a:avLst/>
              <a:gdLst/>
              <a:ahLst/>
              <a:cxnLst/>
              <a:rect r="r" b="b" t="t" l="l"/>
              <a:pathLst>
                <a:path h="1633339" w="3627107">
                  <a:moveTo>
                    <a:pt x="28670" y="0"/>
                  </a:moveTo>
                  <a:lnTo>
                    <a:pt x="3598437" y="0"/>
                  </a:lnTo>
                  <a:cubicBezTo>
                    <a:pt x="3614271" y="0"/>
                    <a:pt x="3627107" y="12836"/>
                    <a:pt x="3627107" y="28670"/>
                  </a:cubicBezTo>
                  <a:lnTo>
                    <a:pt x="3627107" y="1604669"/>
                  </a:lnTo>
                  <a:cubicBezTo>
                    <a:pt x="3627107" y="1612273"/>
                    <a:pt x="3624087" y="1619565"/>
                    <a:pt x="3618710" y="1624942"/>
                  </a:cubicBezTo>
                  <a:cubicBezTo>
                    <a:pt x="3613333" y="1630319"/>
                    <a:pt x="3606041" y="1633339"/>
                    <a:pt x="3598437" y="1633339"/>
                  </a:cubicBezTo>
                  <a:lnTo>
                    <a:pt x="28670" y="1633339"/>
                  </a:lnTo>
                  <a:cubicBezTo>
                    <a:pt x="12836" y="1633339"/>
                    <a:pt x="0" y="1620503"/>
                    <a:pt x="0" y="1604669"/>
                  </a:cubicBezTo>
                  <a:lnTo>
                    <a:pt x="0" y="28670"/>
                  </a:lnTo>
                  <a:cubicBezTo>
                    <a:pt x="0" y="12836"/>
                    <a:pt x="12836" y="0"/>
                    <a:pt x="28670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27107" cy="1671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55322" y="1959801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09491" y="1959801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261799" y="1959801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715710" y="5929565"/>
            <a:ext cx="179985" cy="179985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50920" y="5929565"/>
            <a:ext cx="179985" cy="179985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185168" y="5929565"/>
            <a:ext cx="179985" cy="179985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631390" y="-124893"/>
            <a:ext cx="2401212" cy="4169388"/>
            <a:chOff x="0" y="0"/>
            <a:chExt cx="632418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2418" cy="1098110"/>
            </a:xfrm>
            <a:custGeom>
              <a:avLst/>
              <a:gdLst/>
              <a:ahLst/>
              <a:cxnLst/>
              <a:rect r="r" b="b" t="t" l="l"/>
              <a:pathLst>
                <a:path h="1098110" w="632418">
                  <a:moveTo>
                    <a:pt x="99949" y="0"/>
                  </a:moveTo>
                  <a:lnTo>
                    <a:pt x="532469" y="0"/>
                  </a:lnTo>
                  <a:cubicBezTo>
                    <a:pt x="587669" y="0"/>
                    <a:pt x="632418" y="44749"/>
                    <a:pt x="632418" y="99949"/>
                  </a:cubicBezTo>
                  <a:lnTo>
                    <a:pt x="632418" y="998161"/>
                  </a:lnTo>
                  <a:cubicBezTo>
                    <a:pt x="632418" y="1053361"/>
                    <a:pt x="587669" y="1098110"/>
                    <a:pt x="532469" y="1098110"/>
                  </a:cubicBezTo>
                  <a:lnTo>
                    <a:pt x="99949" y="1098110"/>
                  </a:lnTo>
                  <a:cubicBezTo>
                    <a:pt x="44749" y="1098110"/>
                    <a:pt x="0" y="1053361"/>
                    <a:pt x="0" y="998161"/>
                  </a:cubicBezTo>
                  <a:lnTo>
                    <a:pt x="0" y="99949"/>
                  </a:lnTo>
                  <a:cubicBezTo>
                    <a:pt x="0" y="44749"/>
                    <a:pt x="44749" y="0"/>
                    <a:pt x="99949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32418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6995547" y="2823093"/>
            <a:ext cx="988012" cy="871247"/>
          </a:xfrm>
          <a:custGeom>
            <a:avLst/>
            <a:gdLst/>
            <a:ahLst/>
            <a:cxnLst/>
            <a:rect r="r" b="b" t="t" l="l"/>
            <a:pathLst>
              <a:path h="871247" w="988012">
                <a:moveTo>
                  <a:pt x="0" y="0"/>
                </a:moveTo>
                <a:lnTo>
                  <a:pt x="988011" y="0"/>
                </a:lnTo>
                <a:lnTo>
                  <a:pt x="988011" y="871247"/>
                </a:lnTo>
                <a:lnTo>
                  <a:pt x="0" y="871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458731" y="3867150"/>
            <a:ext cx="14172659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Fundamentals</a:t>
            </a:r>
            <a:r>
              <a:rPr lang="en-US" sz="72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Iteration 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458731" y="5401246"/>
            <a:ext cx="6245982" cy="1064445"/>
            <a:chOff x="0" y="0"/>
            <a:chExt cx="1645032" cy="2803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5032" cy="280348"/>
            </a:xfrm>
            <a:custGeom>
              <a:avLst/>
              <a:gdLst/>
              <a:ahLst/>
              <a:cxnLst/>
              <a:rect r="r" b="b" t="t" l="l"/>
              <a:pathLst>
                <a:path h="280348" w="1645032">
                  <a:moveTo>
                    <a:pt x="0" y="0"/>
                  </a:moveTo>
                  <a:lnTo>
                    <a:pt x="1645032" y="0"/>
                  </a:lnTo>
                  <a:lnTo>
                    <a:pt x="1645032" y="280348"/>
                  </a:lnTo>
                  <a:lnTo>
                    <a:pt x="0" y="280348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645032" cy="318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8744713" y="5106483"/>
            <a:ext cx="0" cy="165397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7844839" y="7959139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-5400000">
            <a:off x="16463330" y="1468654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65365" y="2918674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 School: AI - Epoch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06980" y="2698036"/>
            <a:ext cx="16459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Agenda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354513" y="3827602"/>
            <a:ext cx="2520975" cy="2048865"/>
            <a:chOff x="0" y="0"/>
            <a:chExt cx="3361300" cy="27318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61300" cy="2731820"/>
            </a:xfrm>
            <a:custGeom>
              <a:avLst/>
              <a:gdLst/>
              <a:ahLst/>
              <a:cxnLst/>
              <a:rect r="r" b="b" t="t" l="l"/>
              <a:pathLst>
                <a:path h="2731820" w="3361300">
                  <a:moveTo>
                    <a:pt x="0" y="0"/>
                  </a:moveTo>
                  <a:lnTo>
                    <a:pt x="3361300" y="0"/>
                  </a:lnTo>
                  <a:lnTo>
                    <a:pt x="3361300" y="2731820"/>
                  </a:lnTo>
                  <a:lnTo>
                    <a:pt x="0" y="2731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338213" y="1020047"/>
              <a:ext cx="2684874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272D3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01. Why Python?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749257" y="3827602"/>
            <a:ext cx="2520975" cy="2048865"/>
            <a:chOff x="0" y="0"/>
            <a:chExt cx="3361300" cy="27318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61300" cy="2731820"/>
            </a:xfrm>
            <a:custGeom>
              <a:avLst/>
              <a:gdLst/>
              <a:ahLst/>
              <a:cxnLst/>
              <a:rect r="r" b="b" t="t" l="l"/>
              <a:pathLst>
                <a:path h="2731820" w="3361300">
                  <a:moveTo>
                    <a:pt x="0" y="0"/>
                  </a:moveTo>
                  <a:lnTo>
                    <a:pt x="3361300" y="0"/>
                  </a:lnTo>
                  <a:lnTo>
                    <a:pt x="3361300" y="2731820"/>
                  </a:lnTo>
                  <a:lnTo>
                    <a:pt x="0" y="2731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338213" y="1020047"/>
              <a:ext cx="2684874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272D3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02. Setup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594584" y="6491566"/>
            <a:ext cx="2520975" cy="2048865"/>
            <a:chOff x="0" y="0"/>
            <a:chExt cx="3361300" cy="27318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61300" cy="2731820"/>
            </a:xfrm>
            <a:custGeom>
              <a:avLst/>
              <a:gdLst/>
              <a:ahLst/>
              <a:cxnLst/>
              <a:rect r="r" b="b" t="t" l="l"/>
              <a:pathLst>
                <a:path h="2731820" w="3361300">
                  <a:moveTo>
                    <a:pt x="0" y="0"/>
                  </a:moveTo>
                  <a:lnTo>
                    <a:pt x="3361300" y="0"/>
                  </a:lnTo>
                  <a:lnTo>
                    <a:pt x="3361300" y="2731820"/>
                  </a:lnTo>
                  <a:lnTo>
                    <a:pt x="0" y="2731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338213" y="939190"/>
              <a:ext cx="2684874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272D3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08. Built-in functions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AutoShape 31" id="31"/>
          <p:cNvSpPr/>
          <p:nvPr/>
        </p:nvSpPr>
        <p:spPr>
          <a:xfrm flipV="true">
            <a:off x="3710069" y="2484649"/>
            <a:ext cx="0" cy="1106858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144000" y="3827602"/>
            <a:ext cx="2520975" cy="2048865"/>
            <a:chOff x="0" y="0"/>
            <a:chExt cx="3361300" cy="27318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61300" cy="2731820"/>
            </a:xfrm>
            <a:custGeom>
              <a:avLst/>
              <a:gdLst/>
              <a:ahLst/>
              <a:cxnLst/>
              <a:rect r="r" b="b" t="t" l="l"/>
              <a:pathLst>
                <a:path h="2731820" w="3361300">
                  <a:moveTo>
                    <a:pt x="0" y="0"/>
                  </a:moveTo>
                  <a:lnTo>
                    <a:pt x="3361300" y="0"/>
                  </a:lnTo>
                  <a:lnTo>
                    <a:pt x="3361300" y="2731820"/>
                  </a:lnTo>
                  <a:lnTo>
                    <a:pt x="0" y="2731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338213" y="939190"/>
              <a:ext cx="2684874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272D3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03. Variables &amp; Data Types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594584" y="3827602"/>
            <a:ext cx="2520975" cy="2048865"/>
            <a:chOff x="0" y="0"/>
            <a:chExt cx="3361300" cy="27318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61300" cy="2731820"/>
            </a:xfrm>
            <a:custGeom>
              <a:avLst/>
              <a:gdLst/>
              <a:ahLst/>
              <a:cxnLst/>
              <a:rect r="r" b="b" t="t" l="l"/>
              <a:pathLst>
                <a:path h="2731820" w="3361300">
                  <a:moveTo>
                    <a:pt x="0" y="0"/>
                  </a:moveTo>
                  <a:lnTo>
                    <a:pt x="3361300" y="0"/>
                  </a:lnTo>
                  <a:lnTo>
                    <a:pt x="3361300" y="2731820"/>
                  </a:lnTo>
                  <a:lnTo>
                    <a:pt x="0" y="2731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338213" y="939190"/>
              <a:ext cx="2684874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272D3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04. Operators</a:t>
              </a:r>
            </a:p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354513" y="6505803"/>
            <a:ext cx="2520975" cy="2048865"/>
            <a:chOff x="0" y="0"/>
            <a:chExt cx="3361300" cy="27318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61300" cy="2731820"/>
            </a:xfrm>
            <a:custGeom>
              <a:avLst/>
              <a:gdLst/>
              <a:ahLst/>
              <a:cxnLst/>
              <a:rect r="r" b="b" t="t" l="l"/>
              <a:pathLst>
                <a:path h="2731820" w="3361300">
                  <a:moveTo>
                    <a:pt x="0" y="0"/>
                  </a:moveTo>
                  <a:lnTo>
                    <a:pt x="3361300" y="0"/>
                  </a:lnTo>
                  <a:lnTo>
                    <a:pt x="3361300" y="2731820"/>
                  </a:lnTo>
                  <a:lnTo>
                    <a:pt x="0" y="2731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338213" y="939190"/>
              <a:ext cx="2684874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272D3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05. Control Flow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749257" y="6505803"/>
            <a:ext cx="2520975" cy="2048865"/>
            <a:chOff x="0" y="0"/>
            <a:chExt cx="3361300" cy="27318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61300" cy="2731820"/>
            </a:xfrm>
            <a:custGeom>
              <a:avLst/>
              <a:gdLst/>
              <a:ahLst/>
              <a:cxnLst/>
              <a:rect r="r" b="b" t="t" l="l"/>
              <a:pathLst>
                <a:path h="2731820" w="3361300">
                  <a:moveTo>
                    <a:pt x="0" y="0"/>
                  </a:moveTo>
                  <a:lnTo>
                    <a:pt x="3361300" y="0"/>
                  </a:lnTo>
                  <a:lnTo>
                    <a:pt x="3361300" y="2731820"/>
                  </a:lnTo>
                  <a:lnTo>
                    <a:pt x="0" y="2731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338213" y="939190"/>
              <a:ext cx="2684874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272D3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06. Data Structures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0" y="6491566"/>
            <a:ext cx="2520975" cy="2048865"/>
            <a:chOff x="0" y="0"/>
            <a:chExt cx="3361300" cy="27318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61300" cy="2731820"/>
            </a:xfrm>
            <a:custGeom>
              <a:avLst/>
              <a:gdLst/>
              <a:ahLst/>
              <a:cxnLst/>
              <a:rect r="r" b="b" t="t" l="l"/>
              <a:pathLst>
                <a:path h="2731820" w="3361300">
                  <a:moveTo>
                    <a:pt x="0" y="0"/>
                  </a:moveTo>
                  <a:lnTo>
                    <a:pt x="3361300" y="0"/>
                  </a:lnTo>
                  <a:lnTo>
                    <a:pt x="3361300" y="2731820"/>
                  </a:lnTo>
                  <a:lnTo>
                    <a:pt x="0" y="2731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338213" y="939190"/>
              <a:ext cx="2684874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272D3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07. Functions</a:t>
              </a:r>
            </a:p>
            <a:p>
              <a:pPr algn="l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4278585" cy="891910"/>
            <a:chOff x="0" y="0"/>
            <a:chExt cx="1126870" cy="2349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6870" cy="234906"/>
            </a:xfrm>
            <a:custGeom>
              <a:avLst/>
              <a:gdLst/>
              <a:ahLst/>
              <a:cxnLst/>
              <a:rect r="r" b="b" t="t" l="l"/>
              <a:pathLst>
                <a:path h="234906" w="1126870">
                  <a:moveTo>
                    <a:pt x="0" y="0"/>
                  </a:moveTo>
                  <a:lnTo>
                    <a:pt x="1126870" y="0"/>
                  </a:lnTo>
                  <a:lnTo>
                    <a:pt x="1126870" y="234906"/>
                  </a:lnTo>
                  <a:lnTo>
                    <a:pt x="0" y="234906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26870" cy="273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41148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Why Python?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6178930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006980" y="5663309"/>
            <a:ext cx="12153900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Clean syntax that reads like English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Less time fighting with code, more time solving problems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Fast to learn, fast to prototype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06980" y="4197093"/>
            <a:ext cx="4145280" cy="57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Easy &amp; Readable: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4278585" cy="891910"/>
            <a:chOff x="0" y="0"/>
            <a:chExt cx="1126870" cy="2349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6870" cy="234906"/>
            </a:xfrm>
            <a:custGeom>
              <a:avLst/>
              <a:gdLst/>
              <a:ahLst/>
              <a:cxnLst/>
              <a:rect r="r" b="b" t="t" l="l"/>
              <a:pathLst>
                <a:path h="234906" w="1126870">
                  <a:moveTo>
                    <a:pt x="0" y="0"/>
                  </a:moveTo>
                  <a:lnTo>
                    <a:pt x="1126870" y="0"/>
                  </a:lnTo>
                  <a:lnTo>
                    <a:pt x="1126870" y="234906"/>
                  </a:lnTo>
                  <a:lnTo>
                    <a:pt x="0" y="234906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26870" cy="273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6178930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94017" y="1959801"/>
            <a:ext cx="6798559" cy="7198265"/>
          </a:xfrm>
          <a:custGeom>
            <a:avLst/>
            <a:gdLst/>
            <a:ahLst/>
            <a:cxnLst/>
            <a:rect r="r" b="b" t="t" l="l"/>
            <a:pathLst>
              <a:path h="7198265" w="6798559">
                <a:moveTo>
                  <a:pt x="0" y="0"/>
                </a:moveTo>
                <a:lnTo>
                  <a:pt x="6798559" y="0"/>
                </a:lnTo>
                <a:lnTo>
                  <a:pt x="6798559" y="7198264"/>
                </a:lnTo>
                <a:lnTo>
                  <a:pt x="0" y="71982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8371" r="0" b="-12202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41148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Why Python?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4216143"/>
            <a:ext cx="304038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Powerful Ecosystem: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00345" y="4981953"/>
            <a:ext cx="6516022" cy="333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mPy, Pandas -&gt; data manipulation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Matplotlib, Seaborn -&gt; visualization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TensorFlow, PyTorch -&gt; deep learning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scikit-learn -&gt; machine learning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20459" y="-960099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2872948" cy="891769"/>
            <a:chOff x="0" y="0"/>
            <a:chExt cx="756661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6661" cy="234869"/>
            </a:xfrm>
            <a:custGeom>
              <a:avLst/>
              <a:gdLst/>
              <a:ahLst/>
              <a:cxnLst/>
              <a:rect r="r" b="b" t="t" l="l"/>
              <a:pathLst>
                <a:path h="234869" w="756661">
                  <a:moveTo>
                    <a:pt x="0" y="0"/>
                  </a:moveTo>
                  <a:lnTo>
                    <a:pt x="756661" y="0"/>
                  </a:lnTo>
                  <a:lnTo>
                    <a:pt x="756661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56661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4773293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270538" y="4032907"/>
            <a:ext cx="13965829" cy="521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 </a:t>
            </a: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Python</a:t>
            </a: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999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  <a:hlinkClick r:id="rId4" tooltip="https://realpython.com/installing-python/"/>
              </a:rPr>
              <a:t>https://realpython.com/installing-python/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 </a:t>
            </a: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VS Code</a:t>
            </a: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(or your preferred IDE): </a:t>
            </a:r>
            <a:r>
              <a:rPr lang="en-US" sz="2999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  <a:hlinkClick r:id="rId5" tooltip="https://code.visualstudio.com/docs/setup/setup-overview"/>
              </a:rPr>
              <a:t>https://code.visualstudio.com/docs/setup/setup-overview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 </a:t>
            </a: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Jupyter Notebook</a:t>
            </a: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extension in VS Code: </a:t>
            </a:r>
            <a:r>
              <a:rPr lang="en-US" sz="2999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  <a:hlinkClick r:id="rId6" tooltip="https://code.visualstudio.com/docs/datascience/jupyter-notebooks"/>
              </a:rPr>
              <a:t>https://code.visualstudio.com/docs/datascience/jupyter-notebooks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Alternatives (no installation needed):</a:t>
            </a:r>
          </a:p>
          <a:p>
            <a:pPr algn="l" marL="1295394" indent="-431798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Google Colab: </a:t>
            </a:r>
            <a:r>
              <a:rPr lang="en-US" sz="2999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  <a:hlinkClick r:id="rId7" tooltip="https://colab.research.google.com"/>
              </a:rPr>
              <a:t>https://colab.research.google.com</a:t>
            </a:r>
          </a:p>
          <a:p>
            <a:pPr algn="l" marL="1295394" indent="-431798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Kaggle Notebooks: </a:t>
            </a:r>
            <a:r>
              <a:rPr lang="en-US" sz="2999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  <a:hlinkClick r:id="rId8" tooltip="https://www.kaggle.com/code"/>
              </a:rPr>
              <a:t>https://www.kaggle.com/code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AutoShape 21" id="21"/>
          <p:cNvSpPr/>
          <p:nvPr/>
        </p:nvSpPr>
        <p:spPr>
          <a:xfrm flipV="true">
            <a:off x="2140323" y="4080532"/>
            <a:ext cx="130215" cy="4682734"/>
          </a:xfrm>
          <a:prstGeom prst="line">
            <a:avLst/>
          </a:prstGeom>
          <a:ln cap="flat" w="57150">
            <a:solidFill>
              <a:srgbClr val="E7E5E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5191320" y="5831404"/>
            <a:ext cx="674854" cy="873341"/>
          </a:xfrm>
          <a:custGeom>
            <a:avLst/>
            <a:gdLst/>
            <a:ahLst/>
            <a:cxnLst/>
            <a:rect r="r" b="b" t="t" l="l"/>
            <a:pathLst>
              <a:path h="873341" w="674854">
                <a:moveTo>
                  <a:pt x="0" y="0"/>
                </a:moveTo>
                <a:lnTo>
                  <a:pt x="674854" y="0"/>
                </a:lnTo>
                <a:lnTo>
                  <a:pt x="674854" y="873341"/>
                </a:lnTo>
                <a:lnTo>
                  <a:pt x="0" y="8733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06980" y="2516219"/>
            <a:ext cx="24688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Setup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428037" y="3752722"/>
            <a:ext cx="3431927" cy="3431927"/>
          </a:xfrm>
          <a:custGeom>
            <a:avLst/>
            <a:gdLst/>
            <a:ahLst/>
            <a:cxnLst/>
            <a:rect r="r" b="b" t="t" l="l"/>
            <a:pathLst>
              <a:path h="3431927" w="3431927">
                <a:moveTo>
                  <a:pt x="0" y="0"/>
                </a:moveTo>
                <a:lnTo>
                  <a:pt x="3431926" y="0"/>
                </a:lnTo>
                <a:lnTo>
                  <a:pt x="3431926" y="3431927"/>
                </a:lnTo>
                <a:lnTo>
                  <a:pt x="0" y="3431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86648" y="4727612"/>
            <a:ext cx="682752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Coding Section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20459" y="-960099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5672030" cy="895108"/>
            <a:chOff x="0" y="0"/>
            <a:chExt cx="1493868" cy="2357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3868" cy="235749"/>
            </a:xfrm>
            <a:custGeom>
              <a:avLst/>
              <a:gdLst/>
              <a:ahLst/>
              <a:cxnLst/>
              <a:rect r="r" b="b" t="t" l="l"/>
              <a:pathLst>
                <a:path h="235749" w="1493868">
                  <a:moveTo>
                    <a:pt x="0" y="0"/>
                  </a:moveTo>
                  <a:lnTo>
                    <a:pt x="1493868" y="0"/>
                  </a:lnTo>
                  <a:lnTo>
                    <a:pt x="1493868" y="235749"/>
                  </a:lnTo>
                  <a:lnTo>
                    <a:pt x="0" y="23574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93868" cy="273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7629525" y="206264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189935" y="4556928"/>
            <a:ext cx="13936980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📌 HackerRank’s Python Challenges: https://www.hackerrank.com/domains/python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📌 Harvard’s Introduction to Programming with Python: https://cs50.harvard.edu/python/ 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📌 And always ✨ read the docs ✨: https://docs.python.org/3/ 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21" id="21"/>
          <p:cNvSpPr/>
          <p:nvPr/>
        </p:nvSpPr>
        <p:spPr>
          <a:xfrm flipH="true" flipV="true">
            <a:off x="2035555" y="4629288"/>
            <a:ext cx="0" cy="2512725"/>
          </a:xfrm>
          <a:prstGeom prst="line">
            <a:avLst/>
          </a:prstGeom>
          <a:ln cap="flat" w="57150">
            <a:solidFill>
              <a:srgbClr val="E7E5E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Additional Resources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428037" y="3752722"/>
            <a:ext cx="3431927" cy="3431927"/>
          </a:xfrm>
          <a:custGeom>
            <a:avLst/>
            <a:gdLst/>
            <a:ahLst/>
            <a:cxnLst/>
            <a:rect r="r" b="b" t="t" l="l"/>
            <a:pathLst>
              <a:path h="3431927" w="3431927">
                <a:moveTo>
                  <a:pt x="0" y="0"/>
                </a:moveTo>
                <a:lnTo>
                  <a:pt x="3431926" y="0"/>
                </a:lnTo>
                <a:lnTo>
                  <a:pt x="3431926" y="3431927"/>
                </a:lnTo>
                <a:lnTo>
                  <a:pt x="0" y="3431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86648" y="4727612"/>
            <a:ext cx="7314704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Any Questions 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78936" y="-23493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06980" y="4098221"/>
            <a:ext cx="14812572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 for your attention ✨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00345" y="4231571"/>
            <a:ext cx="5056654" cy="1184910"/>
            <a:chOff x="0" y="0"/>
            <a:chExt cx="1331794" cy="3120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1794" cy="312075"/>
            </a:xfrm>
            <a:custGeom>
              <a:avLst/>
              <a:gdLst/>
              <a:ahLst/>
              <a:cxnLst/>
              <a:rect r="r" b="b" t="t" l="l"/>
              <a:pathLst>
                <a:path h="312075" w="1331794">
                  <a:moveTo>
                    <a:pt x="0" y="0"/>
                  </a:moveTo>
                  <a:lnTo>
                    <a:pt x="1331794" y="0"/>
                  </a:lnTo>
                  <a:lnTo>
                    <a:pt x="1331794" y="312075"/>
                  </a:lnTo>
                  <a:lnTo>
                    <a:pt x="0" y="312075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1794" cy="350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 flipV="true">
            <a:off x="7014149" y="3853727"/>
            <a:ext cx="0" cy="1940596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844839" y="8147301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DAG_0j-OSLw</dc:identifier>
  <dcterms:modified xsi:type="dcterms:W3CDTF">2011-08-01T06:04:30Z</dcterms:modified>
  <cp:revision>1</cp:revision>
  <dc:title>AI-School-1.1</dc:title>
</cp:coreProperties>
</file>